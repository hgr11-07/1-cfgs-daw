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solidFill>
                  <a:srgbClr val="003366"/>
                </a:solidFill>
              </a:defRPr>
            </a:pPr>
            <a:r>
              <a:t>Opinión sobre el Programa de Sostenibilidad</a:t>
            </a:r>
          </a:p>
          <a:p>
            <a:pPr algn="ctr">
              <a:defRPr sz="2400">
                <a:solidFill>
                  <a:srgbClr val="282828"/>
                </a:solidFill>
              </a:defRPr>
            </a:pPr>
            <a:r>
              <a:t>Asignatura: Sostenibilidad aplicada al sector productivo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Introducción</a:t>
            </a:r>
          </a:p>
          <a:p>
            <a:r>
              <a:t>2. Contenidos principales</a:t>
            </a:r>
          </a:p>
          <a:p>
            <a:r>
              <a:t>3. Valoración personal</a:t>
            </a:r>
          </a:p>
          <a:p>
            <a:r>
              <a:t>4. Importancia educativa</a:t>
            </a:r>
          </a:p>
          <a:p>
            <a:r>
              <a:t>5. Conclusión</a:t>
            </a:r>
          </a:p>
          <a:p>
            <a:r>
              <a:t>6. Bibliografía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El programa de sostenibilidad busca fomentar la comprensión del equilibrio entre desarrollo económico, justicia social y protección ambiental. Promueve una visión responsable sobre cómo las actividades productivas impactan en el entorno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programa aborda temas como la Agenda 2030, los Objetivos de Desarrollo Sostenible (ODS), la economía circular, la innovación ecológica y la responsabilidad social corporativa. Se estudian también estrategias para aplicar estos principios dentro de las empresas y los sectores productivos.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Valoración personal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Considero que la asignatura resulta fundamental para entender los retos que afrontan las organizaciones modernas. Su enfoque práctico y actualizado permite visualizar cómo las políticas sostenibles pueden integrarse en los procesos productivos sin comprometer la competitividad.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educativa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sostenibilidad en la educación impulsa el pensamiento crítico y la responsabilidad ambiental. Formar profesionales conscientes de su impacto social y ecológico es esencial para un futuro ético, justo y sostenible.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programa no solo transmite conocimientos, sino también valores. Promueve la reflexión sobre la forma en que trabajamos, producimos y consumimos, reforzando la necesidad de un compromiso colectivo hacia un desarrollo sostenible.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Naciones Unidas (2015). Agenda 2030 para el Desarrollo Sostenible.</a:t>
            </a:r>
          </a:p>
          <a:p>
            <a:r>
              <a:t>• Comisión Europea (2023). Pacto Verde Europeo.</a:t>
            </a:r>
          </a:p>
          <a:p>
            <a:r>
              <a:t>• UNESCO (2023). Educación para el Desarrollo Sostenible.</a:t>
            </a:r>
          </a:p>
          <a:p>
            <a:r>
              <a:t>• Jiménez, A. J. (2025). La Agenda 2030 en Europa.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