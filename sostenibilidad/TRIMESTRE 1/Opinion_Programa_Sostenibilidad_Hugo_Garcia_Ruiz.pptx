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Opinión sobre el Programa de Sostenibilidad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Asignatura: Sostenibilidad aplicada al sector productivo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programa de sostenibilidad aborda temas fundamentales relacionados con el desarrollo responsable en el ámbito productivo. Invita a reflexionar sobre la relación entre el progreso económico, la equidad social y el respeto ambiental.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Contenidos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tratan conceptos como la Agenda 2030, los Objetivos de Desarrollo Sostenible (ODS), la economía circular, el consumo responsable y la responsabilidad corporativa. También se analizan estrategias para aplicar estos principios en los sectores productivos.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Valoración personal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Considero que la asignatura ofrece una visión actual y necesaria sobre los desafíos ambientales y sociales que enfrenta el mundo laboral. Su enfoque práctico ayuda a comprender cómo las empresas pueden implementar políticas sostenibles de forma realista y eficiente.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Importancia educativa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formación en sostenibilidad fomenta una conciencia crítica y responsable en los futuros profesionales. Aprender a equilibrar el desarrollo tecnológico con el cuidado del entorno es esencial para construir un futuro más justo, ético y sostenible.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programa promueve valores de respeto, innovación y compromiso. Más que una materia teórica, representa una oportunidad para repensar la forma en que producimos, consumimos y convivimos en sociedad.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